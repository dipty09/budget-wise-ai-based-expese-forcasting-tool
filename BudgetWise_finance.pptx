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28"/>
  </p:notesMasterIdLst>
  <p:sldIdLst>
    <p:sldId id="256" r:id="rId2"/>
    <p:sldId id="276" r:id="rId3"/>
    <p:sldId id="277" r:id="rId4"/>
    <p:sldId id="257" r:id="rId5"/>
    <p:sldId id="264" r:id="rId6"/>
    <p:sldId id="258" r:id="rId7"/>
    <p:sldId id="259" r:id="rId8"/>
    <p:sldId id="260" r:id="rId9"/>
    <p:sldId id="265" r:id="rId10"/>
    <p:sldId id="261" r:id="rId11"/>
    <p:sldId id="262" r:id="rId12"/>
    <p:sldId id="263" r:id="rId13"/>
    <p:sldId id="270" r:id="rId14"/>
    <p:sldId id="267" r:id="rId15"/>
    <p:sldId id="268" r:id="rId16"/>
    <p:sldId id="269" r:id="rId17"/>
    <p:sldId id="266" r:id="rId18"/>
    <p:sldId id="271" r:id="rId19"/>
    <p:sldId id="272" r:id="rId20"/>
    <p:sldId id="273" r:id="rId21"/>
    <p:sldId id="274" r:id="rId22"/>
    <p:sldId id="280" r:id="rId23"/>
    <p:sldId id="281" r:id="rId24"/>
    <p:sldId id="278" r:id="rId25"/>
    <p:sldId id="279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B88BC-76BE-4586-ABFE-1AFD0B3FA37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FAD5D-A9BF-4C7F-A0FE-624C84512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92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7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9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2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1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9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4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1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73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95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32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02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37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45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44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44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9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Budget Wise AI Based Forecasting Tool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Presented by: Dipty</a:t>
            </a:r>
          </a:p>
          <a:p>
            <a:r>
              <a:rPr dirty="0"/>
              <a:t>Date: October</a:t>
            </a:r>
            <a:r>
              <a:rPr lang="en-IN" dirty="0"/>
              <a:t> 2025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F0B6-6602-FB0C-2E25-818644BE6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97EDF-39EE-E8D8-BB41-A6DA6A874EBE}"/>
              </a:ext>
            </a:extLst>
          </p:cNvPr>
          <p:cNvSpPr txBox="1"/>
          <p:nvPr/>
        </p:nvSpPr>
        <p:spPr>
          <a:xfrm>
            <a:off x="698090" y="1946787"/>
            <a:ext cx="514227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1.Project Overview</a:t>
            </a:r>
          </a:p>
          <a:p>
            <a:r>
              <a:rPr lang="en-IN" dirty="0"/>
              <a:t>2.Tools and Technologies used</a:t>
            </a:r>
          </a:p>
          <a:p>
            <a:r>
              <a:rPr lang="en-IN" dirty="0"/>
              <a:t>3.Milestone1</a:t>
            </a:r>
          </a:p>
          <a:p>
            <a:r>
              <a:rPr lang="en-IN" dirty="0"/>
              <a:t>     3.1:Overview</a:t>
            </a:r>
          </a:p>
          <a:p>
            <a:r>
              <a:rPr lang="en-IN" dirty="0"/>
              <a:t>     3.2:Function Module</a:t>
            </a:r>
          </a:p>
          <a:p>
            <a:r>
              <a:rPr lang="en-IN" dirty="0"/>
              <a:t>     3.3:Outcomes</a:t>
            </a:r>
          </a:p>
          <a:p>
            <a:r>
              <a:rPr lang="en-IN" dirty="0"/>
              <a:t>     3.4:Screenshots</a:t>
            </a:r>
          </a:p>
          <a:p>
            <a:r>
              <a:rPr lang="en-IN" dirty="0"/>
              <a:t>4.Milestone2</a:t>
            </a:r>
          </a:p>
          <a:p>
            <a:r>
              <a:rPr lang="en-IN" dirty="0"/>
              <a:t>     4.1:Overview</a:t>
            </a:r>
          </a:p>
          <a:p>
            <a:r>
              <a:rPr lang="en-IN" dirty="0"/>
              <a:t>     4.2:Function Module</a:t>
            </a:r>
          </a:p>
          <a:p>
            <a:r>
              <a:rPr lang="en-IN" dirty="0"/>
              <a:t>     4.3:Outcomes</a:t>
            </a:r>
          </a:p>
          <a:p>
            <a:r>
              <a:rPr lang="en-IN" dirty="0"/>
              <a:t>     4.4:Screenshots</a:t>
            </a:r>
          </a:p>
          <a:p>
            <a:r>
              <a:rPr lang="en-IN" dirty="0"/>
              <a:t>5.Milestone2</a:t>
            </a:r>
          </a:p>
          <a:p>
            <a:r>
              <a:rPr lang="en-IN" dirty="0"/>
              <a:t>     5.1:Overview</a:t>
            </a:r>
          </a:p>
          <a:p>
            <a:r>
              <a:rPr lang="en-IN" dirty="0"/>
              <a:t>     5.2:Function Module</a:t>
            </a:r>
          </a:p>
          <a:p>
            <a:r>
              <a:rPr lang="en-IN" dirty="0"/>
              <a:t>     5.3:Outcomes</a:t>
            </a:r>
          </a:p>
          <a:p>
            <a:r>
              <a:rPr lang="en-IN" dirty="0"/>
              <a:t>     5.4:Screenshots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39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33B9-337B-F50B-6C66-B39AC3D84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BAED-3E46-D6CE-7D3F-B4F8D051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56E83-7B32-0275-7BD1-7B8B25998F12}"/>
              </a:ext>
            </a:extLst>
          </p:cNvPr>
          <p:cNvSpPr txBox="1"/>
          <p:nvPr/>
        </p:nvSpPr>
        <p:spPr>
          <a:xfrm>
            <a:off x="698090" y="1946787"/>
            <a:ext cx="51422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6.Milestone3</a:t>
            </a:r>
          </a:p>
          <a:p>
            <a:r>
              <a:rPr lang="en-IN" dirty="0"/>
              <a:t>     6.1:Overview</a:t>
            </a:r>
          </a:p>
          <a:p>
            <a:r>
              <a:rPr lang="en-IN" dirty="0"/>
              <a:t>     6.2:Function Module</a:t>
            </a:r>
          </a:p>
          <a:p>
            <a:r>
              <a:rPr lang="en-IN" dirty="0"/>
              <a:t>     6.3:Outcomes</a:t>
            </a:r>
          </a:p>
          <a:p>
            <a:r>
              <a:rPr lang="en-IN" dirty="0"/>
              <a:t>     6.4:Screenshots</a:t>
            </a:r>
          </a:p>
          <a:p>
            <a:r>
              <a:rPr lang="en-IN" dirty="0"/>
              <a:t>7.Milestone4</a:t>
            </a:r>
          </a:p>
          <a:p>
            <a:r>
              <a:rPr lang="en-IN" dirty="0"/>
              <a:t>     7.1:Overview</a:t>
            </a:r>
          </a:p>
          <a:p>
            <a:r>
              <a:rPr lang="en-IN" dirty="0"/>
              <a:t>     7.2:Function Module</a:t>
            </a:r>
          </a:p>
          <a:p>
            <a:r>
              <a:rPr lang="en-IN" dirty="0"/>
              <a:t>     7.3:Outcomes</a:t>
            </a:r>
          </a:p>
          <a:p>
            <a:r>
              <a:rPr lang="en-IN" dirty="0"/>
              <a:t>     7.4:Screenshots</a:t>
            </a:r>
          </a:p>
          <a:p>
            <a:r>
              <a:rPr lang="en-IN" dirty="0"/>
              <a:t>8.Future Enhancement</a:t>
            </a:r>
          </a:p>
          <a:p>
            <a:r>
              <a:rPr lang="en-IN" dirty="0"/>
              <a:t>9.Conclusion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04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Design a smart tool for tracking and categorizing user financial transactions</a:t>
            </a:r>
          </a:p>
          <a:p>
            <a:r>
              <a:t>Core Purpose: Help users manage income and expenses effectively</a:t>
            </a:r>
          </a:p>
          <a:p>
            <a:r>
              <a:t>Framework: Streamlit (UI), Python (Backend), Matplotlib/Seaborn (Visualization)</a:t>
            </a:r>
          </a:p>
          <a:p>
            <a:r>
              <a:t>Approach: Multiple milestones for phased delivery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</a:t>
            </a:r>
            <a:r>
              <a:rPr dirty="0" err="1"/>
              <a:t>Streaml</a:t>
            </a:r>
            <a:r>
              <a:rPr lang="en-IN" dirty="0" err="1"/>
              <a:t>i</a:t>
            </a:r>
            <a:r>
              <a:rPr dirty="0"/>
              <a:t>t</a:t>
            </a:r>
          </a:p>
          <a:p>
            <a:r>
              <a:rPr dirty="0"/>
              <a:t>Backend: Python</a:t>
            </a:r>
            <a:r>
              <a:rPr lang="en-IN" dirty="0"/>
              <a:t>,Flask</a:t>
            </a:r>
            <a:endParaRPr dirty="0"/>
          </a:p>
          <a:p>
            <a:r>
              <a:rPr dirty="0"/>
              <a:t>Database: SQLite</a:t>
            </a:r>
          </a:p>
          <a:p>
            <a:r>
              <a:rPr dirty="0"/>
              <a:t>Libraries: Pandas, NumPy, Matplotlib, Seaborn</a:t>
            </a:r>
            <a:r>
              <a:rPr lang="en-IN" dirty="0"/>
              <a:t>,</a:t>
            </a:r>
            <a:r>
              <a:rPr lang="en-IN" dirty="0" err="1"/>
              <a:t>nltk</a:t>
            </a:r>
            <a:r>
              <a:rPr lang="en-IN" dirty="0"/>
              <a:t> packages, OS</a:t>
            </a:r>
          </a:p>
          <a:p>
            <a:r>
              <a:rPr lang="en-IN" dirty="0"/>
              <a:t>Model: Prophet Model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Focus: User Authentication &amp; Basic Transaction Input</a:t>
            </a:r>
          </a:p>
          <a:p>
            <a:r>
              <a:rPr dirty="0"/>
              <a:t>Duration: Weeks 1–2</a:t>
            </a:r>
          </a:p>
          <a:p>
            <a:r>
              <a:rPr dirty="0"/>
              <a:t>Key Objectives: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- Secure registration/login with JWT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- Profile management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- </a:t>
            </a:r>
            <a:r>
              <a:rPr dirty="0" err="1"/>
              <a:t>Streamlit</a:t>
            </a:r>
            <a:r>
              <a:rPr dirty="0"/>
              <a:t> interface for manual transaction input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- Secure database storage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 – Functional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Registration: Secure signup with hashed passwords</a:t>
            </a:r>
          </a:p>
          <a:p>
            <a:r>
              <a:t>Login System: JWT token-based authentication</a:t>
            </a:r>
          </a:p>
          <a:p>
            <a:r>
              <a:t>Profile Management: Update name, email, password securely</a:t>
            </a:r>
          </a:p>
          <a:p>
            <a:r>
              <a:t>Transaction Input: Streamlit form for adding income/expenses</a:t>
            </a:r>
          </a:p>
          <a:p>
            <a:r>
              <a:t>Output: Registration &amp; Login pages, Transaction dashboard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 –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Implemented secure authentication with JWT</a:t>
            </a:r>
          </a:p>
          <a:p>
            <a:r>
              <a:rPr dirty="0"/>
              <a:t>Designed data input modules in </a:t>
            </a:r>
            <a:r>
              <a:rPr dirty="0" err="1"/>
              <a:t>Streamlit</a:t>
            </a:r>
            <a:endParaRPr dirty="0"/>
          </a:p>
          <a:p>
            <a:r>
              <a:rPr dirty="0"/>
              <a:t>Profile management enabled</a:t>
            </a:r>
          </a:p>
          <a:p>
            <a:r>
              <a:rPr dirty="0"/>
              <a:t>Database schema for users and transactions ready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4CD7-A932-2BB5-5E58-F6B4CA84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 Image:-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B2742-4B63-45A3-B2AB-E0A0561D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2664542"/>
            <a:ext cx="3991895" cy="21729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94062C-427F-F348-EAAA-DD5D5927B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64542"/>
            <a:ext cx="4571999" cy="217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3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Focus: Transaction Categorization &amp; Basic Reporting</a:t>
            </a:r>
          </a:p>
          <a:p>
            <a:r>
              <a:rPr dirty="0"/>
              <a:t>Duration: Weeks 3–4</a:t>
            </a:r>
          </a:p>
          <a:p>
            <a:r>
              <a:rPr dirty="0"/>
              <a:t>Key Objectives: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- Rule-based transaction categorization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- Financial summaries with Pandas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- Visual reports using Matplotlib/Seaborn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- Interactive dashboard in </a:t>
            </a:r>
            <a:r>
              <a:rPr dirty="0" err="1"/>
              <a:t>Streamlit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 – Functional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Categorization: Categories like Groceries, Rent, Transport</a:t>
            </a:r>
          </a:p>
          <a:p>
            <a:r>
              <a:t>Summary Reports: Income vs Expense, category spending, monthly trends</a:t>
            </a:r>
          </a:p>
          <a:p>
            <a:r>
              <a:t>Data Visualization: Pie charts, bar charts</a:t>
            </a:r>
          </a:p>
          <a:p>
            <a:r>
              <a:t>Dashboard: Real-time summaries with filtering options</a:t>
            </a:r>
          </a:p>
          <a:p>
            <a:r>
              <a:t>(Add visuals: Categorized table, pie chart, dashboard)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 –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Rule-based Python categorization model built</a:t>
            </a:r>
          </a:p>
          <a:p>
            <a:r>
              <a:rPr dirty="0"/>
              <a:t>Interactive summary reports via </a:t>
            </a:r>
            <a:r>
              <a:rPr dirty="0" err="1"/>
              <a:t>Streamlit</a:t>
            </a:r>
            <a:endParaRPr dirty="0"/>
          </a:p>
          <a:p>
            <a:r>
              <a:rPr dirty="0"/>
              <a:t>Graphical insights developed using Matplotlib/Seaborn</a:t>
            </a:r>
          </a:p>
          <a:p>
            <a:r>
              <a:rPr dirty="0"/>
              <a:t>User-friendly dashboard delivered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0837-19AF-4D25-2BFF-AB80FEAB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BFBD-38D7-944E-639F-A60D36D3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 Image:-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4CAEBE-9077-7E53-0BC0-98B74C88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4465" y="2830934"/>
            <a:ext cx="3991895" cy="18401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2D524B-E19A-86D8-1065-ABA11B78B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2711044"/>
            <a:ext cx="4571999" cy="196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6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D0404-7360-BD07-B05E-E411489F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CFD7-2FF9-0B37-F787-9D75F8BA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Milestone </a:t>
            </a:r>
            <a:r>
              <a:rPr lang="en-IN" dirty="0"/>
              <a:t>3</a:t>
            </a:r>
            <a:r>
              <a:rPr dirty="0"/>
              <a:t> – </a:t>
            </a:r>
            <a:r>
              <a:rPr lang="en-IN" dirty="0"/>
              <a:t>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08EBC-8078-D453-6E41-E7952A398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Focus: Forecasting Data And Goal Setting</a:t>
            </a:r>
          </a:p>
          <a:p>
            <a:r>
              <a:rPr lang="en-IN" dirty="0"/>
              <a:t>Duration: Weeks 5-6</a:t>
            </a:r>
          </a:p>
          <a:p>
            <a:r>
              <a:rPr lang="en-IN" dirty="0"/>
              <a:t>Key Objectives:</a:t>
            </a:r>
          </a:p>
          <a:p>
            <a:pPr marL="0" indent="0">
              <a:buNone/>
            </a:pPr>
            <a:r>
              <a:rPr lang="en-IN" dirty="0"/>
              <a:t>      - Rule-based Forecast Result and Goal Setting </a:t>
            </a:r>
          </a:p>
          <a:p>
            <a:pPr marL="0" indent="0">
              <a:buNone/>
            </a:pPr>
            <a:r>
              <a:rPr lang="en-IN" dirty="0"/>
              <a:t>      - Financial summaries with Pandas</a:t>
            </a:r>
          </a:p>
          <a:p>
            <a:pPr marL="0" indent="0">
              <a:buNone/>
            </a:pPr>
            <a:r>
              <a:rPr lang="en-IN" dirty="0"/>
              <a:t>      -Visual reports using Matplotlib/Seaborn/plot.py.</a:t>
            </a:r>
          </a:p>
          <a:p>
            <a:pPr marL="0" indent="0">
              <a:buNone/>
            </a:pPr>
            <a:r>
              <a:rPr lang="en-IN" dirty="0"/>
              <a:t>      - Interactive dashboard in </a:t>
            </a:r>
            <a:r>
              <a:rPr lang="en-IN" dirty="0" err="1"/>
              <a:t>Streamlit</a:t>
            </a:r>
            <a:endParaRPr lang="en-IN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641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64543-CA56-9A3C-969C-0633A24D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6C6E4-5DDA-9790-C739-0D52CDD5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Milestone </a:t>
            </a:r>
            <a:r>
              <a:rPr lang="en-IN" dirty="0"/>
              <a:t>3</a:t>
            </a:r>
            <a:r>
              <a:rPr dirty="0"/>
              <a:t> – </a:t>
            </a:r>
            <a:r>
              <a:rPr lang="en-IN" dirty="0"/>
              <a:t>Function Module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B3A35-93E6-5A85-EAE3-67551768E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199"/>
            <a:ext cx="6345260" cy="4118077"/>
          </a:xfrm>
        </p:spPr>
        <p:txBody>
          <a:bodyPr>
            <a:normAutofit lnSpcReduction="10000"/>
          </a:bodyPr>
          <a:lstStyle/>
          <a:p>
            <a:r>
              <a:rPr lang="en-IN" dirty="0"/>
              <a:t>Upload an CSV file it will forecast the expense for future plan. </a:t>
            </a:r>
          </a:p>
          <a:p>
            <a:r>
              <a:rPr lang="en-IN" dirty="0"/>
              <a:t>It show the Preview of the dataset.</a:t>
            </a:r>
            <a:endParaRPr dirty="0"/>
          </a:p>
          <a:p>
            <a:r>
              <a:rPr dirty="0"/>
              <a:t>Summary Report</a:t>
            </a:r>
            <a:r>
              <a:rPr lang="en-IN" dirty="0"/>
              <a:t>s: Income v</a:t>
            </a:r>
            <a:r>
              <a:rPr dirty="0"/>
              <a:t>s Expense</a:t>
            </a:r>
            <a:r>
              <a:rPr lang="en-IN" dirty="0"/>
              <a:t> Lien chart show the future forecast.</a:t>
            </a:r>
            <a:endParaRPr dirty="0"/>
          </a:p>
          <a:p>
            <a:r>
              <a:rPr dirty="0"/>
              <a:t>Data Visualization</a:t>
            </a:r>
            <a:r>
              <a:rPr lang="en-IN" dirty="0"/>
              <a:t>: line chart for actual and </a:t>
            </a:r>
            <a:r>
              <a:rPr lang="en-IN" dirty="0" err="1"/>
              <a:t>forcast</a:t>
            </a:r>
            <a:r>
              <a:rPr lang="en-IN" dirty="0"/>
              <a:t> result.</a:t>
            </a:r>
          </a:p>
          <a:p>
            <a:r>
              <a:rPr lang="en-IN" dirty="0"/>
              <a:t>Create a goal form for the future goal and set the expense.</a:t>
            </a:r>
            <a:endParaRPr dirty="0"/>
          </a:p>
          <a:p>
            <a:r>
              <a:rPr dirty="0"/>
              <a:t>Dashboard: Real-time summaries with filtering options</a:t>
            </a:r>
            <a:r>
              <a:rPr lang="en-IN" dirty="0"/>
              <a:t>.</a:t>
            </a:r>
          </a:p>
          <a:p>
            <a:r>
              <a:rPr lang="en-IN" dirty="0"/>
              <a:t>Download the forecast csv file for future reference.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926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5214A-37F3-1EA5-2A0A-A7F3963BF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1BA3-9AC2-6B1F-8FAC-D3C56BDB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Milestone </a:t>
            </a:r>
            <a:r>
              <a:rPr lang="en-IN" dirty="0"/>
              <a:t>3</a:t>
            </a:r>
            <a:r>
              <a:rPr dirty="0"/>
              <a:t> – </a:t>
            </a:r>
            <a:r>
              <a:rPr lang="en-IN" dirty="0"/>
              <a:t>Outcomes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31081-2F10-7213-413B-D1077256B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show  forecast result chart and goal form.</a:t>
            </a:r>
          </a:p>
          <a:p>
            <a:r>
              <a:rPr lang="en-IN" dirty="0"/>
              <a:t>Interactive summary reports via </a:t>
            </a:r>
            <a:r>
              <a:rPr lang="en-IN" dirty="0" err="1"/>
              <a:t>Streamlit</a:t>
            </a:r>
            <a:r>
              <a:rPr lang="en-IN" dirty="0"/>
              <a:t>.</a:t>
            </a:r>
          </a:p>
          <a:p>
            <a:r>
              <a:rPr lang="en-IN" dirty="0"/>
              <a:t>Graphical insights developed line chart using Matplotlib/Seaborn.</a:t>
            </a:r>
          </a:p>
          <a:p>
            <a:r>
              <a:rPr lang="en-IN" dirty="0"/>
              <a:t>User-friendly dashboard for goal setting for the future goals.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925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4D429-F3E8-F36A-BF10-5B53D587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D32C-480E-E59C-78C1-F84E7CB6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 Image:-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23EAC-ED3D-1DB0-A7C0-2265F7B395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4465" y="2705649"/>
            <a:ext cx="3991895" cy="19600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5440B1-5DCD-7B2B-87DB-20EAE1F919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14141" y="2711044"/>
            <a:ext cx="4287717" cy="196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1BA95-ABA8-79C9-94A9-9F1A74AD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7417-1ADE-4586-2120-DC91D88F8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Milestone </a:t>
            </a:r>
            <a:r>
              <a:rPr lang="en-IN" dirty="0"/>
              <a:t>4</a:t>
            </a:r>
            <a:r>
              <a:rPr dirty="0"/>
              <a:t> – </a:t>
            </a:r>
            <a:r>
              <a:rPr lang="en-IN" dirty="0"/>
              <a:t>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F2AAA-4806-8DE8-8EA8-0CEAD82F2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Focus: Interactive Dashboard for Expense and Admin Dashboard</a:t>
            </a:r>
          </a:p>
          <a:p>
            <a:r>
              <a:rPr lang="en-IN" dirty="0"/>
              <a:t>Duration: Weeks 7-8</a:t>
            </a:r>
          </a:p>
          <a:p>
            <a:r>
              <a:rPr lang="en-IN" dirty="0"/>
              <a:t>Key Objectives:</a:t>
            </a:r>
          </a:p>
          <a:p>
            <a:pPr marL="0" indent="0">
              <a:buNone/>
            </a:pPr>
            <a:r>
              <a:rPr lang="en-IN" dirty="0"/>
              <a:t>      - Interactive Dashboard.</a:t>
            </a:r>
          </a:p>
          <a:p>
            <a:pPr marL="0" indent="0">
              <a:buNone/>
            </a:pPr>
            <a:r>
              <a:rPr lang="en-IN" dirty="0"/>
              <a:t>      -Visual reports using Matplotlib/Seaborn/plot.py.</a:t>
            </a:r>
          </a:p>
          <a:p>
            <a:pPr marL="0" indent="0">
              <a:buNone/>
            </a:pPr>
            <a:r>
              <a:rPr lang="en-IN" dirty="0"/>
              <a:t>      -Admin Dashboard for the User interaction.</a:t>
            </a:r>
          </a:p>
          <a:p>
            <a:pPr marL="0" indent="0">
              <a:buNone/>
            </a:pPr>
            <a:r>
              <a:rPr lang="en-IN" dirty="0"/>
              <a:t>      - Interactive dashboard in </a:t>
            </a:r>
            <a:r>
              <a:rPr lang="en-IN" dirty="0" err="1"/>
              <a:t>Streamlit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354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6FBEF-AA6D-6662-E056-4A22715F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85EA4-1D11-2944-EEF7-74993891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Milestone </a:t>
            </a:r>
            <a:r>
              <a:rPr lang="en-IN" dirty="0"/>
              <a:t>4</a:t>
            </a:r>
            <a:r>
              <a:rPr dirty="0"/>
              <a:t>– </a:t>
            </a:r>
            <a:r>
              <a:rPr lang="en-IN" dirty="0"/>
              <a:t>Function Module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420A8-EA5D-651F-5AC8-4E3B9DBD9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199"/>
            <a:ext cx="6345260" cy="4118077"/>
          </a:xfrm>
        </p:spPr>
        <p:txBody>
          <a:bodyPr>
            <a:normAutofit lnSpcReduction="10000"/>
          </a:bodyPr>
          <a:lstStyle/>
          <a:p>
            <a:r>
              <a:rPr lang="en-IN" dirty="0"/>
              <a:t>Upload an CSV file it will  show the Detail Expenses chart.</a:t>
            </a:r>
          </a:p>
          <a:p>
            <a:r>
              <a:rPr lang="en-IN" dirty="0"/>
              <a:t>It show the Preview of the dataset.</a:t>
            </a:r>
            <a:endParaRPr dirty="0"/>
          </a:p>
          <a:p>
            <a:r>
              <a:rPr dirty="0"/>
              <a:t>Summary Report</a:t>
            </a:r>
            <a:r>
              <a:rPr lang="en-IN" dirty="0"/>
              <a:t>s: Income v</a:t>
            </a:r>
            <a:r>
              <a:rPr dirty="0"/>
              <a:t>s Expense</a:t>
            </a:r>
            <a:r>
              <a:rPr lang="en-IN" dirty="0"/>
              <a:t> Line chart.</a:t>
            </a:r>
            <a:endParaRPr dirty="0"/>
          </a:p>
          <a:p>
            <a:r>
              <a:rPr dirty="0"/>
              <a:t>Data Visualization</a:t>
            </a:r>
            <a:r>
              <a:rPr lang="en-IN" dirty="0"/>
              <a:t>: line chart for actual and </a:t>
            </a:r>
            <a:r>
              <a:rPr lang="en-IN" dirty="0" err="1"/>
              <a:t>forcast</a:t>
            </a:r>
            <a:r>
              <a:rPr lang="en-IN" dirty="0"/>
              <a:t> result.</a:t>
            </a:r>
          </a:p>
          <a:p>
            <a:r>
              <a:rPr lang="en-IN" dirty="0"/>
              <a:t>It Show the all Expense in a donut chart.</a:t>
            </a:r>
          </a:p>
          <a:p>
            <a:r>
              <a:rPr lang="en-IN" dirty="0"/>
              <a:t>Keep Track the goal  for the future reference.</a:t>
            </a:r>
          </a:p>
          <a:p>
            <a:r>
              <a:rPr dirty="0"/>
              <a:t>Dashboard: Real-time summaries with filtering options</a:t>
            </a:r>
            <a:r>
              <a:rPr lang="en-IN" dirty="0"/>
              <a:t>.</a:t>
            </a:r>
          </a:p>
          <a:p>
            <a:r>
              <a:rPr lang="en-IN" dirty="0"/>
              <a:t>Admin Dashboard for the user interaction for the future enhancement.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940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D8959-2F02-796C-4AF7-FD07376D2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964E-B42E-115B-7822-8BB06E146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Milestone </a:t>
            </a:r>
            <a:r>
              <a:rPr lang="en-IN" dirty="0"/>
              <a:t>4 </a:t>
            </a:r>
            <a:r>
              <a:rPr dirty="0"/>
              <a:t>– </a:t>
            </a:r>
            <a:r>
              <a:rPr lang="en-IN" dirty="0"/>
              <a:t>Outcomes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D8F10-EFBA-3952-1732-661A051FF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 show interactive charts and admin dashboard.</a:t>
            </a:r>
          </a:p>
          <a:p>
            <a:r>
              <a:rPr lang="en-IN" dirty="0"/>
              <a:t>Interactive summary reports via </a:t>
            </a:r>
            <a:r>
              <a:rPr lang="en-IN" dirty="0" err="1"/>
              <a:t>Streamlit</a:t>
            </a:r>
            <a:r>
              <a:rPr lang="en-IN" dirty="0"/>
              <a:t>.</a:t>
            </a:r>
          </a:p>
          <a:p>
            <a:r>
              <a:rPr lang="en-IN" dirty="0"/>
              <a:t>Graphical insights developed line chart using Matplotlib/Seaborn.</a:t>
            </a:r>
          </a:p>
          <a:p>
            <a:r>
              <a:rPr lang="en-IN" dirty="0"/>
              <a:t>Goal Tracking features.</a:t>
            </a:r>
          </a:p>
          <a:p>
            <a:r>
              <a:rPr lang="en-IN" dirty="0"/>
              <a:t>User interaction for future forecast.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398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E5C2-2194-308D-7745-483AC7DA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56049-8982-4763-D889-020A7A90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 Image:-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CD1503-BAB2-4781-2665-6BB24ABD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4465" y="2773950"/>
            <a:ext cx="3991895" cy="1823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2AC56-EDE0-2611-E974-0AB473B70F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726" y="2711044"/>
            <a:ext cx="3566547" cy="196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9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E9AF7-D593-27A2-CFE2-AE6E9ACFD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5C47-B7EE-F341-84C0-FE2AB873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 Image:-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F7448-45CD-BFA9-2DC4-EBB548CDA9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8933" y="2773950"/>
            <a:ext cx="3342958" cy="1823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D90794-00DE-AD0E-6C64-7123DA98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726" y="2873845"/>
            <a:ext cx="3566547" cy="163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4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0BB9-684F-93F2-F644-3668BA02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5310-FF11-5A44-475D-E32BDAF1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 Image:-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E9E942-C389-C4DB-E5FA-63D9A59702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3274" y="2773950"/>
            <a:ext cx="3334275" cy="1823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088378-3EFC-CAC1-74F6-C1C5BF16E0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3668" y="2873845"/>
            <a:ext cx="3048663" cy="1634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F9693-C0C7-D6A6-377C-D3F0AFEAF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891" y="4685873"/>
            <a:ext cx="4798142" cy="182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901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428E-8CEA-109F-7F6E-20AC5184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2966C-A84C-AEE9-13F4-EADD0BDD082E}"/>
              </a:ext>
            </a:extLst>
          </p:cNvPr>
          <p:cNvSpPr txBox="1"/>
          <p:nvPr/>
        </p:nvSpPr>
        <p:spPr>
          <a:xfrm>
            <a:off x="1071716" y="2330245"/>
            <a:ext cx="53684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AI-Driven Expense Prediction Optimization</a:t>
            </a:r>
          </a:p>
          <a:p>
            <a:pPr marL="342900" indent="-342900">
              <a:buAutoNum type="arabicPeriod"/>
            </a:pPr>
            <a:r>
              <a:rPr lang="fr-FR" dirty="0"/>
              <a:t> Secure Multi </a:t>
            </a:r>
            <a:r>
              <a:rPr lang="fr-FR" dirty="0" err="1"/>
              <a:t>Device</a:t>
            </a:r>
            <a:r>
              <a:rPr lang="fr-FR" dirty="0"/>
              <a:t>  &amp; Cloud Sync Support.</a:t>
            </a:r>
          </a:p>
          <a:p>
            <a:pPr marL="342900" indent="-342900">
              <a:buAutoNum type="arabicPeriod"/>
            </a:pPr>
            <a:r>
              <a:rPr lang="en-IN" dirty="0"/>
              <a:t>Multi-Tenant Role-Based Admin Control.</a:t>
            </a:r>
          </a:p>
          <a:p>
            <a:pPr marL="342900" indent="-342900">
              <a:buAutoNum type="arabicPeriod"/>
            </a:pPr>
            <a:r>
              <a:rPr lang="en-US" dirty="0"/>
              <a:t> Intelligent Fraud / Anomaly Detection.</a:t>
            </a:r>
          </a:p>
          <a:p>
            <a:pPr marL="342900" indent="-342900">
              <a:buAutoNum type="arabicPeriod"/>
            </a:pPr>
            <a:r>
              <a:rPr lang="en-US" dirty="0"/>
              <a:t> Integrations with External Financial Institutions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09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4AECC-4FDF-DDC1-E628-A06F36BC6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22E0-2A97-4A94-0BC7-9BD6D06E4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59DFB-407B-6E27-7AAD-862C83C411FF}"/>
              </a:ext>
            </a:extLst>
          </p:cNvPr>
          <p:cNvSpPr txBox="1"/>
          <p:nvPr/>
        </p:nvSpPr>
        <p:spPr>
          <a:xfrm>
            <a:off x="963561" y="2733368"/>
            <a:ext cx="67449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Budget Wise Expense Management System successfully integrates secure authentication, automated transaction processing, intelligent expense forecasting, and an interactive visualization dashboard.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admin panel further enables oversight of user activity and category management, ensuring operational transparency.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solution provides users with clear financial insights and supports smarter budgeting decisions.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system is scalable and can be extended with advanced AI recommendations, mobile app integration, and real-time financial alerts to enhance long-term usability and impact.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86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561CA9-7C8F-3538-5C11-1C89991A6881}"/>
              </a:ext>
            </a:extLst>
          </p:cNvPr>
          <p:cNvSpPr txBox="1"/>
          <p:nvPr/>
        </p:nvSpPr>
        <p:spPr>
          <a:xfrm>
            <a:off x="2064774" y="3429000"/>
            <a:ext cx="6794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2268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74</TotalTime>
  <Words>944</Words>
  <Application>Microsoft Office PowerPoint</Application>
  <PresentationFormat>On-screen Show (4:3)</PresentationFormat>
  <Paragraphs>146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Century Gothic</vt:lpstr>
      <vt:lpstr>Wingdings 3</vt:lpstr>
      <vt:lpstr>Ion Boardroom</vt:lpstr>
      <vt:lpstr>Budget Wise AI Based Forecasting Tool</vt:lpstr>
      <vt:lpstr>CONTENT:-</vt:lpstr>
      <vt:lpstr>CONTENT:-</vt:lpstr>
      <vt:lpstr>Project Overview</vt:lpstr>
      <vt:lpstr>Tools &amp; Technologies Used</vt:lpstr>
      <vt:lpstr>Milestone 1 – Overview</vt:lpstr>
      <vt:lpstr>Milestone 1 – Functional Modules</vt:lpstr>
      <vt:lpstr>Milestone 1 – Outcomes</vt:lpstr>
      <vt:lpstr>Screenshot Image:-</vt:lpstr>
      <vt:lpstr>Milestone 2 – Overview</vt:lpstr>
      <vt:lpstr>Milestone 2 – Functional Modules</vt:lpstr>
      <vt:lpstr>Milestone 2 – Outcomes</vt:lpstr>
      <vt:lpstr>Screenshot Image:-</vt:lpstr>
      <vt:lpstr>Milestone 3 – Overview</vt:lpstr>
      <vt:lpstr>Milestone 3 – Function Module</vt:lpstr>
      <vt:lpstr>Milestone 3 – Outcomes</vt:lpstr>
      <vt:lpstr>Screenshot Image:-</vt:lpstr>
      <vt:lpstr>Milestone 4 – Overview</vt:lpstr>
      <vt:lpstr>Milestone 4– Function Module</vt:lpstr>
      <vt:lpstr>Milestone 4 – Outcomes</vt:lpstr>
      <vt:lpstr>Screenshot Image:-</vt:lpstr>
      <vt:lpstr>Screenshot Image:-</vt:lpstr>
      <vt:lpstr>Screenshot Image:-</vt:lpstr>
      <vt:lpstr>Future Enhancement:-</vt:lpstr>
      <vt:lpstr>Conclusion:-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Dipty Jena</dc:creator>
  <cp:keywords/>
  <dc:description>generated using python-pptx</dc:description>
  <cp:lastModifiedBy>Dipty Jena</cp:lastModifiedBy>
  <cp:revision>7</cp:revision>
  <dcterms:created xsi:type="dcterms:W3CDTF">2013-01-27T09:14:16Z</dcterms:created>
  <dcterms:modified xsi:type="dcterms:W3CDTF">2025-11-08T10:13:40Z</dcterms:modified>
  <cp:category/>
</cp:coreProperties>
</file>